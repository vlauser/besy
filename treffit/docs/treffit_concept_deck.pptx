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ДЕЙТИНГ MINI APP · TELEGRAM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Treffit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разговор. Потом — фото.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· Axiomantic · август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свайп-дейтинг выдыхается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Tinder, Twinby и аналоги решили проблему знакомства с незнакомцем — но не проблему встречи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Усталость от бесконечного скролла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Свайп ради свайпа — цель подменяет саму себя, встреча становится не нужна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8803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Кэтфишинг и фейковые анкеты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246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не гарантирует, что человек реальный и выглядит так же вживую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776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контекста для разговора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343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Совпадение построено на внешности, а не на том, чем вы займётесь вместе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12064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749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есть, повода встретиться нет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54406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совпадения переписка часто затухает без реального плана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325112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4325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ПРОДУКТА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6858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разговор,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 фото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617720" y="2331720"/>
            <a:ext cx="6720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анкеты скрыто, пока не пройден порог диалога — например, N сообщений или голосовое. Это не фича поверх свайпа, а основа всего продукта: вокруг неё строится и матчинг, и позиционирование бренда.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406908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EDEDED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До: 3 сообщения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4572000"/>
            <a:ext cx="1005840" cy="1005840"/>
          </a:xfrm>
          <a:prstGeom prst="ellipse">
            <a:avLst/>
          </a:prstGeom>
          <a:solidFill>
            <a:srgbClr val="C7C7C7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скрыто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406908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DF3E9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После: диалог состоялся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457200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открыто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286000"/>
            <a:ext cx="4325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7863840" y="4343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МАТЧИНГА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чём матчим,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 на фото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запрашиваем доступ к чатам и подпискам — токсично для конверсии, лишние данные и вдобавок Mini App такие права от Telegram обычно и не получит. Вместо этого — мини-тесты по мотивам Twinby: там тест проходят один раз при регистрации, и % совместимости виден в ленте. У нас — короче и свайпом: 5–7 карточек со сценариями, тот же жест, что и везде в приложении.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6949440" cy="1737360"/>
          </a:xfrm>
          <a:prstGeom prst="roundRect">
            <a:avLst>
              <a:gd name="adj" fmla="val 6316"/>
            </a:avLst>
          </a:prstGeom>
          <a:solidFill>
            <a:srgbClr val="FDF3E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4160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— ещё и повод для разговора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4526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становятся темами в блайнд-чате — готовый icebreaker вместо неловкого молчания, пока фото скрыто. У Twinby это отдельный экран с процентом, у нас — часть самого разговора.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Самостоятельные ответы, а не данные о чужих чатах — проще с 152-ФЗ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включаются события и группы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параллельные идеи, а надстройки над ядром — добавляются в v2, когда ядро подтвердит трекшн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F7F7F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— повод для разговора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фото скрыто, часто не о чем писать. Бейдж общего мероприятия на карточке — готовый повод начать разговор. Live-режим на 2 часа вокруг события добавляет срочность. Основа — бот событий Екатеринбурга на KudaGo.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F7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3317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свидания — следующий шаг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402336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удачного reveal — не сразу свидание тет-а-тет, а низкорисковая встреча компанией, привязанная к тому же событию. Логичное продолжение идеи «сначала доверие», а не «пара на пару», как в Twinby.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MVP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+ механизм матчинга — без событий и групповых свиданий на старте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Reveal-механика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скрыто до порога диалога — ядро продукта и его главное позиционирование на рынке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Мини-тесты вместо доступа к чатам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Свайп по 5–7 сценариям как повод для матчинга и темы для блайнд-чата — обязательная часть MVP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групповые свидания — v2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Надстройки, которые усиливают вовлечённость, когда ядро подтвердит удержание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193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защищено от копирования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55321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 может скопировать формат теста за неделю (это делает и сам Twinby), но не связку «тест → тема для разговора → reveal» — она держит и матчинг, и удержание в диалоге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архитектура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существующей инфраструктуре — без нового хостинга и нового стека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WebApp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Telegram UI SDK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2468880"/>
            <a:ext cx="256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24688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Aeza VPS, systemd-сервис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25312" y="2468880"/>
            <a:ext cx="256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24688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геозапросы + матчинг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95944" y="2468880"/>
            <a:ext cx="256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51976" y="24688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9134856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34856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Stars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эквайринг Точка Банк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— валидация initData от Telegram, отдельная регистрация не нужна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Геолокация — Telegram WebApp Geolocation API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Юридические нюансы (РФ)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блокирует запуск, но должно быть решено до публичного релиза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152-ФЗ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77640" y="18288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Фото, геолокация и предпочтения — данные повышенной чувствительности. Нужна отдельная политика конфиденциальности с явным согласием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29260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Обязательная верификация возраста при регистрации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40233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проверка фото на explicit-контент перед публикацией анкеты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16636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Анти-фрод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77640" y="51206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профиля с первого дня — для дейтинга фейки фатальнее, чем для лендинга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572000"/>
            <a:ext cx="3108960" cy="310896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Правим этот план вместе, затем переходим к схеме БД и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Зафиксировать финальный набор фич MVP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68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(reveal) + механизм матчинга — по итогам этой презентации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1089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БД и API-эндпоинты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74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без фото, reveal-логика, мини-тесты вместо доступа к чатам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WebApp 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80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без фото, чат с reveal-порогом, бейджи событий поверх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120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чек-лист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486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152-ФЗ, возрастная верификация, модерация фото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2026-08-12T08:16:19Z</dcterms:created>
  <dcterms:modified xsi:type="dcterms:W3CDTF">2026-08-12T08:16:19Z</dcterms:modified>
</cp:coreProperties>
</file>